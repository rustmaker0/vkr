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8" r:id="rId5"/>
    <p:sldId id="260" r:id="rId6"/>
    <p:sldId id="267" r:id="rId7"/>
    <p:sldId id="261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966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70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09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4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65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61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05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8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34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29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06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861BD79-10B5-4FB0-80AE-0D75251B814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597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Диаграмма">
            <a:extLst>
              <a:ext uri="{FF2B5EF4-FFF2-40B4-BE49-F238E27FC236}">
                <a16:creationId xmlns:a16="http://schemas.microsoft.com/office/drawing/2014/main" id="{86D08C9F-D5B5-7BFE-C0C1-3FF86EA093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3981" b="601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9A9E9-3D65-BEB0-E172-51DD5D226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ru-RU" sz="6200">
                <a:solidFill>
                  <a:srgbClr val="FFFFFF"/>
                </a:solidFill>
              </a:rPr>
              <a:t>Система для сбора и анализа данных интенсивности транспортного потока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90D5BC-B3A2-E3B7-7EB1-D6467C34A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FFFF"/>
                </a:solidFill>
              </a:rPr>
              <a:t>Демонстрация результатов работы за семестр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957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6DDE4-66C0-09E5-BC95-2D868F98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Суть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629B2E-F0DC-241D-FBC0-CC8D88D6C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600" b="1" dirty="0"/>
              <a:t>Краткое описание проекта:</a:t>
            </a:r>
            <a:r>
              <a:rPr lang="ru-RU" sz="2600" dirty="0"/>
              <a:t> система для просмотра, фильтрации и анализа собранных данных об интенсивности транспортного потока, заполненности общественного транспорта в определённых точках города Иркутска. </a:t>
            </a:r>
          </a:p>
          <a:p>
            <a:r>
              <a:rPr lang="ru-RU" sz="2600" dirty="0"/>
              <a:t>Разработка нацелена на визуализацию собранных данных для специалистов по организации дорожного движения. Которые, анализируя её, будут иметь представления о популярности маршрутов общественного транспорта и загруженности отдельных участков дорог, для повышения эффективности городского транспортного планирования. </a:t>
            </a:r>
          </a:p>
          <a:p>
            <a:endParaRPr lang="ru-RU" sz="2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600" b="1" dirty="0">
                <a:solidFill>
                  <a:schemeClr val="tx1"/>
                </a:solidFill>
              </a:rPr>
              <a:t>Проблема:</a:t>
            </a:r>
            <a:r>
              <a:rPr lang="ru-RU" altLang="ru-RU" sz="2600" dirty="0">
                <a:solidFill>
                  <a:schemeClr val="tx1"/>
                </a:solidFill>
              </a:rPr>
              <a:t> Неэффективный ручной сбор данных о трафике.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26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600" b="1" dirty="0">
                <a:solidFill>
                  <a:schemeClr val="tx1"/>
                </a:solidFill>
              </a:rPr>
              <a:t>Решение:</a:t>
            </a:r>
            <a:r>
              <a:rPr lang="ru-RU" altLang="ru-RU" sz="2600" dirty="0">
                <a:solidFill>
                  <a:schemeClr val="tx1"/>
                </a:solidFill>
              </a:rPr>
              <a:t> Комплексная система с мобильным сбором и веб-аналитикой.</a:t>
            </a:r>
          </a:p>
        </p:txBody>
      </p:sp>
    </p:spTree>
    <p:extLst>
      <p:ext uri="{BB962C8B-B14F-4D97-AF65-F5344CB8AC3E}">
        <p14:creationId xmlns:p14="http://schemas.microsoft.com/office/powerpoint/2010/main" val="386773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61FB9-51F3-F544-078F-A11D3042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было сделано за семестр?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377DBC-DF39-4FB6-FC7C-632EFE574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058399" cy="3115565"/>
          </a:xfrm>
        </p:spPr>
        <p:txBody>
          <a:bodyPr>
            <a:normAutofit fontScale="92500" lnSpcReduction="20000"/>
          </a:bodyPr>
          <a:lstStyle/>
          <a:p>
            <a:r>
              <a:rPr lang="ru-RU" sz="4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Анализ</a:t>
            </a:r>
            <a:r>
              <a:rPr lang="ru-RU" sz="4400" dirty="0"/>
              <a:t> → </a:t>
            </a:r>
            <a:r>
              <a:rPr lang="ru-RU" sz="2400" dirty="0"/>
              <a:t>Исследование предметной области и аналогов</a:t>
            </a:r>
          </a:p>
          <a:p>
            <a:br>
              <a:rPr lang="ru-RU" sz="4400" dirty="0"/>
            </a:br>
            <a:r>
              <a:rPr lang="ru-RU" sz="4400" dirty="0">
                <a:solidFill>
                  <a:schemeClr val="accent1">
                    <a:lumMod val="75000"/>
                  </a:schemeClr>
                </a:solidFill>
              </a:rPr>
              <a:t>Проектирование</a:t>
            </a:r>
            <a:r>
              <a:rPr lang="ru-RU" sz="4400" dirty="0"/>
              <a:t> → </a:t>
            </a:r>
            <a:r>
              <a:rPr lang="ru-RU" sz="2400" dirty="0"/>
              <a:t>Формирование требований, архитектуры и 				              проектирование БД</a:t>
            </a:r>
          </a:p>
          <a:p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u-RU" sz="4400" dirty="0">
                <a:solidFill>
                  <a:schemeClr val="accent1">
                    <a:lumMod val="50000"/>
                  </a:schemeClr>
                </a:solidFill>
              </a:rPr>
              <a:t>Разработка </a:t>
            </a:r>
            <a:r>
              <a:rPr lang="ru-RU" sz="4400" dirty="0"/>
              <a:t>→</a:t>
            </a:r>
            <a:r>
              <a:rPr lang="ru-RU" sz="4400" b="1" dirty="0"/>
              <a:t> </a:t>
            </a:r>
            <a:r>
              <a:rPr lang="ru-RU" sz="2400" b="1" dirty="0"/>
              <a:t>Разработка работающего прототипа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ru-RU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018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9DE2A-4906-8EA4-0E6A-653F9A36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6435203" cy="1450757"/>
          </a:xfrm>
        </p:spPr>
        <p:txBody>
          <a:bodyPr/>
          <a:lstStyle/>
          <a:p>
            <a:r>
              <a:rPr lang="ru-RU" b="1" dirty="0"/>
              <a:t>Взаимодействие с системой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BEB5F5-4187-0049-8031-0B26C12C8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260" y="0"/>
            <a:ext cx="429174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6C72F516-088E-2584-9367-6C4D2D6C6B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2334132"/>
            <a:ext cx="588325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Студент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(мобильное приложение):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Сбор данных в городе.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Специалист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(веб-интерфейс):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Анализ и визуализация.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Администратор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(веб-интерфейс):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Управление системой и пользователями.</a:t>
            </a:r>
          </a:p>
        </p:txBody>
      </p:sp>
    </p:spTree>
    <p:extLst>
      <p:ext uri="{BB962C8B-B14F-4D97-AF65-F5344CB8AC3E}">
        <p14:creationId xmlns:p14="http://schemas.microsoft.com/office/powerpoint/2010/main" val="1091510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B5A02-E576-FDAD-EC7D-8FDB3EE4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Демонстрация мобильного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8AD78F-1F50-9A87-7FB3-3ABE67F9D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170" y="1845734"/>
            <a:ext cx="263251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1. Меню приложения</a:t>
            </a:r>
          </a:p>
          <a:p>
            <a:r>
              <a:rPr lang="ru-RU" sz="2400" dirty="0"/>
              <a:t>2. Авторизация пользователя</a:t>
            </a:r>
          </a:p>
          <a:p>
            <a:r>
              <a:rPr lang="ru-RU" sz="2400" dirty="0"/>
              <a:t>3. Выбор местоположения на карте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7CE223-D67F-4D61-DA1B-B2463E365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610" y="1737360"/>
            <a:ext cx="2067050" cy="4593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E63D9E-87BD-37CF-3B84-C04FD2B412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737360"/>
            <a:ext cx="2067050" cy="45935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07FD06-3E89-5232-CDC7-ACC2AD34F1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972" y="1737360"/>
            <a:ext cx="2067050" cy="45935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6431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4FA96-A90F-E118-F3CE-202E6BEA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BEBA3C-87AC-896F-DA3F-374BF66B4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E122DE-E312-7C8F-6CB7-9C04FD1518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737360"/>
            <a:ext cx="2067050" cy="45935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C21F90-3FBB-1AD0-24AA-4CA5C3AF96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610" y="1737360"/>
            <a:ext cx="2067050" cy="45935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788F11-E718-A875-C3A5-454BB3EE2B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940" y="0"/>
            <a:ext cx="1889005" cy="6858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11" name="Объект 2">
            <a:extLst>
              <a:ext uri="{FF2B5EF4-FFF2-40B4-BE49-F238E27FC236}">
                <a16:creationId xmlns:a16="http://schemas.microsoft.com/office/drawing/2014/main" id="{95D09C1C-763C-7003-CFBF-F862ED2CAB6E}"/>
              </a:ext>
            </a:extLst>
          </p:cNvPr>
          <p:cNvSpPr txBox="1">
            <a:spLocks/>
          </p:cNvSpPr>
          <p:nvPr/>
        </p:nvSpPr>
        <p:spPr>
          <a:xfrm>
            <a:off x="8523170" y="1845734"/>
            <a:ext cx="263251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4. Подсчёт интенсивности ТС</a:t>
            </a:r>
          </a:p>
          <a:p>
            <a:r>
              <a:rPr lang="ru-RU" sz="2400" dirty="0"/>
              <a:t>5. Замер заполненности общественного ТС</a:t>
            </a:r>
          </a:p>
          <a:p>
            <a:r>
              <a:rPr lang="ru-RU" sz="2400" dirty="0"/>
              <a:t>6. Собранные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3488282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AB822-206F-F8ED-D9FF-BAF98C92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4159277" cy="1450757"/>
          </a:xfrm>
        </p:spPr>
        <p:txBody>
          <a:bodyPr/>
          <a:lstStyle/>
          <a:p>
            <a:r>
              <a:rPr lang="ru-RU" b="1" dirty="0"/>
              <a:t>Демонстрация веб-интерфейса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2F3160-9CBE-65DA-80F9-C8359C28D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131653" cy="4023360"/>
          </a:xfrm>
        </p:spPr>
        <p:txBody>
          <a:bodyPr>
            <a:normAutofit/>
          </a:bodyPr>
          <a:lstStyle/>
          <a:p>
            <a:r>
              <a:rPr lang="ru-RU" sz="2800" b="1" dirty="0"/>
              <a:t>Главная страница</a:t>
            </a:r>
            <a:r>
              <a:rPr lang="en-US" sz="2800" b="1" dirty="0"/>
              <a:t>:</a:t>
            </a:r>
          </a:p>
          <a:p>
            <a:r>
              <a:rPr lang="ru-RU" sz="2400" dirty="0"/>
              <a:t>Фильтры записей</a:t>
            </a:r>
          </a:p>
          <a:p>
            <a:r>
              <a:rPr lang="ru-RU" sz="2400" dirty="0"/>
              <a:t>Карта собранных данных</a:t>
            </a:r>
          </a:p>
          <a:p>
            <a:r>
              <a:rPr lang="ru-RU" sz="2400" dirty="0"/>
              <a:t>Генерация отчётов и выгрузка данных</a:t>
            </a:r>
          </a:p>
          <a:p>
            <a:r>
              <a:rPr lang="ru-RU" sz="2400" dirty="0"/>
              <a:t>Карточки измерений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pPr marL="201168" lvl="1" indent="0">
              <a:buNone/>
            </a:pPr>
            <a:endParaRPr lang="en-US" b="1" dirty="0"/>
          </a:p>
          <a:p>
            <a:pPr marL="201168" lvl="1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C08FE9-6ED3-6266-E0D3-ED922B35C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933" y="0"/>
            <a:ext cx="6963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05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1496F4-51FB-E641-5775-B3971EDB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Карта собранных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6679E-1730-8EFE-E43B-399431F67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182560" cy="4023360"/>
          </a:xfrm>
        </p:spPr>
        <p:txBody>
          <a:bodyPr>
            <a:normAutofit/>
          </a:bodyPr>
          <a:lstStyle/>
          <a:p>
            <a:r>
              <a:rPr lang="ru-RU" sz="2800" b="1" dirty="0"/>
              <a:t>Функционал карты</a:t>
            </a:r>
            <a:r>
              <a:rPr lang="en-US" sz="2800" b="1" dirty="0"/>
              <a:t>:</a:t>
            </a:r>
          </a:p>
          <a:p>
            <a:r>
              <a:rPr lang="ru-RU" sz="2400" dirty="0"/>
              <a:t>2 типа выделения области</a:t>
            </a:r>
          </a:p>
          <a:p>
            <a:r>
              <a:rPr lang="ru-RU" sz="2400" dirty="0"/>
              <a:t>Визуализация выбранных данных</a:t>
            </a:r>
          </a:p>
          <a:p>
            <a:r>
              <a:rPr lang="ru-RU" sz="2400" dirty="0"/>
              <a:t>Статистика выбранных данных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EF9188-DD7E-2CF8-8E0C-2DF3003C5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338" y="1737360"/>
            <a:ext cx="7145662" cy="45937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6525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1F023-8A39-9B31-0263-614FD8A7C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0DAFB-9C19-7E72-F9BA-3A42910EC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5486400" cy="1450757"/>
          </a:xfrm>
        </p:spPr>
        <p:txBody>
          <a:bodyPr/>
          <a:lstStyle/>
          <a:p>
            <a:r>
              <a:rPr lang="ru-RU" dirty="0"/>
              <a:t>Администрирование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3B533E-1AD7-D88A-D1D7-29A2FAAB4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4475747" cy="4023360"/>
          </a:xfrm>
        </p:spPr>
        <p:txBody>
          <a:bodyPr>
            <a:normAutofit/>
          </a:bodyPr>
          <a:lstStyle/>
          <a:p>
            <a:r>
              <a:rPr lang="ru-RU" sz="2800" b="1" dirty="0"/>
              <a:t>Работа с пользователями</a:t>
            </a:r>
            <a:r>
              <a:rPr lang="en-US" sz="2800" b="1" dirty="0"/>
              <a:t>:</a:t>
            </a:r>
          </a:p>
          <a:p>
            <a:r>
              <a:rPr lang="ru-RU" sz="2400" dirty="0"/>
              <a:t>Добавление</a:t>
            </a:r>
          </a:p>
          <a:p>
            <a:r>
              <a:rPr lang="ru-RU" sz="2400" dirty="0"/>
              <a:t>Изменение</a:t>
            </a:r>
          </a:p>
          <a:p>
            <a:r>
              <a:rPr lang="ru-RU" sz="2400" dirty="0"/>
              <a:t>Удаление</a:t>
            </a:r>
          </a:p>
          <a:p>
            <a:r>
              <a:rPr lang="ru-RU" sz="2400" dirty="0"/>
              <a:t>Блокировка</a:t>
            </a:r>
          </a:p>
          <a:p>
            <a:r>
              <a:rPr lang="ru-RU" sz="2400" dirty="0"/>
              <a:t>Фильтр</a:t>
            </a:r>
            <a:endParaRPr lang="en-US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0B46CD-220E-5390-B955-7B066F607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889" y="1761446"/>
            <a:ext cx="6130111" cy="50965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FD8F19-DBAB-BDDD-DFD4-DD31C4308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358" y="2385811"/>
            <a:ext cx="419853" cy="38626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2E678B-F2AA-E41D-FC52-8D93551AB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272" y="2896722"/>
            <a:ext cx="419852" cy="43297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03F004D-4440-B2C8-001F-257A86064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7272" y="3987011"/>
            <a:ext cx="419852" cy="41985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C4CF209-1F57-6ED3-3262-5D3559F54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9358" y="3471905"/>
            <a:ext cx="419852" cy="40673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240F49C-2208-B8FC-B7D6-E1BA728790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681" y="3987011"/>
            <a:ext cx="419852" cy="41985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FC13AA1-63E1-441D-CC24-01DDD1E3B0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6768" y="2385811"/>
            <a:ext cx="346306" cy="38626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A78C507-0A80-72E5-5FD0-656E8C3CDF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9449" y="4515237"/>
            <a:ext cx="1100270" cy="38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52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89</TotalTime>
  <Words>239</Words>
  <Application>Microsoft Office PowerPoint</Application>
  <PresentationFormat>Широкоэкранный</PresentationFormat>
  <Paragraphs>48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Ретро</vt:lpstr>
      <vt:lpstr>Система для сбора и анализа данных интенсивности транспортного потока</vt:lpstr>
      <vt:lpstr>Суть проекта</vt:lpstr>
      <vt:lpstr>Что было сделано за семестр?</vt:lpstr>
      <vt:lpstr>Взаимодействие с системой</vt:lpstr>
      <vt:lpstr>Демонстрация мобильного приложения</vt:lpstr>
      <vt:lpstr>Презентация PowerPoint</vt:lpstr>
      <vt:lpstr>Демонстрация веб-интерфейса</vt:lpstr>
      <vt:lpstr>Карта собранных данных</vt:lpstr>
      <vt:lpstr>Администрирование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Rustmaker</dc:creator>
  <cp:lastModifiedBy>Rustmaker</cp:lastModifiedBy>
  <cp:revision>4</cp:revision>
  <dcterms:created xsi:type="dcterms:W3CDTF">2025-10-24T11:12:41Z</dcterms:created>
  <dcterms:modified xsi:type="dcterms:W3CDTF">2025-12-04T10:35:59Z</dcterms:modified>
</cp:coreProperties>
</file>